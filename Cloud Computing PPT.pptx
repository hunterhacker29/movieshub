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legreya Sans SC" panose="020B0604020202020204" charset="0"/>
      <p:regular r:id="rId15"/>
    </p:embeddedFont>
    <p:embeddedFont>
      <p:font typeface="Alegreya Sans SC Bold" panose="020B0604020202020204" charset="0"/>
      <p:regular r:id="rId16"/>
    </p:embeddedFont>
    <p:embeddedFont>
      <p:font typeface="Fira Sans" panose="020B0503050000020004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8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76399" y="2173146"/>
            <a:ext cx="5249238" cy="6896447"/>
          </a:xfrm>
          <a:custGeom>
            <a:avLst/>
            <a:gdLst/>
            <a:ahLst/>
            <a:cxnLst/>
            <a:rect l="l" t="t" r="r" b="b"/>
            <a:pathLst>
              <a:path w="5249238" h="6896447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-286818" y="1217407"/>
            <a:ext cx="5208407" cy="6842803"/>
          </a:xfrm>
          <a:custGeom>
            <a:avLst/>
            <a:gdLst/>
            <a:ahLst/>
            <a:cxnLst/>
            <a:rect l="l" t="t" r="r" b="b"/>
            <a:pathLst>
              <a:path w="5208407" h="6842803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1589" y="2974192"/>
            <a:ext cx="13366411" cy="3043429"/>
          </a:xfrm>
          <a:custGeom>
            <a:avLst/>
            <a:gdLst/>
            <a:ahLst/>
            <a:cxnLst/>
            <a:rect l="l" t="t" r="r" b="b"/>
            <a:pathLst>
              <a:path w="13366411" h="3043429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2780" y="2096183"/>
            <a:ext cx="6554923" cy="4114800"/>
          </a:xfrm>
          <a:custGeom>
            <a:avLst/>
            <a:gdLst/>
            <a:ahLst/>
            <a:cxnLst/>
            <a:rect l="l" t="t" r="r" b="b"/>
            <a:pathLst>
              <a:path w="6554923" h="4114800">
                <a:moveTo>
                  <a:pt x="0" y="0"/>
                </a:moveTo>
                <a:lnTo>
                  <a:pt x="6554923" y="0"/>
                </a:lnTo>
                <a:lnTo>
                  <a:pt x="6554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80228" y="-659099"/>
            <a:ext cx="11605199" cy="11605199"/>
          </a:xfrm>
          <a:custGeom>
            <a:avLst/>
            <a:gdLst/>
            <a:ahLst/>
            <a:cxnLst/>
            <a:rect l="l" t="t" r="r" b="b"/>
            <a:pathLst>
              <a:path w="11605199" h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91899" y="2077133"/>
            <a:ext cx="14471607" cy="241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sz="15765" spc="173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MoviesHuB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91899" y="4619759"/>
            <a:ext cx="9406672" cy="485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An Ad-Free OTT Streaming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0307" y="-1732119"/>
            <a:ext cx="8415386" cy="8415386"/>
          </a:xfrm>
          <a:custGeom>
            <a:avLst/>
            <a:gdLst/>
            <a:ahLst/>
            <a:cxnLst/>
            <a:rect l="l" t="t" r="r" b="b"/>
            <a:pathLst>
              <a:path w="8415386" h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27281" y="4238339"/>
            <a:ext cx="7033439" cy="318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7387" lvl="1" indent="-488694" algn="just">
              <a:lnSpc>
                <a:spcPts val="6337"/>
              </a:lnSpc>
              <a:buFont typeface="Arial"/>
              <a:buChar char="•"/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Khushi Gedam</a:t>
            </a:r>
          </a:p>
          <a:p>
            <a:pPr marL="977387" lvl="1" indent="-488694" algn="just">
              <a:lnSpc>
                <a:spcPts val="6337"/>
              </a:lnSpc>
              <a:buFont typeface="Arial"/>
              <a:buChar char="•"/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Kamran Dhopaunkar</a:t>
            </a:r>
          </a:p>
          <a:p>
            <a:pPr marL="977387" lvl="1" indent="-488694" algn="just">
              <a:lnSpc>
                <a:spcPts val="6337"/>
              </a:lnSpc>
              <a:buFont typeface="Arial"/>
              <a:buChar char="•"/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Advait Jadhav</a:t>
            </a:r>
          </a:p>
          <a:p>
            <a:pPr algn="ctr">
              <a:lnSpc>
                <a:spcPts val="6337"/>
              </a:lnSpc>
              <a:spcBef>
                <a:spcPct val="0"/>
              </a:spcBef>
            </a:pPr>
            <a:endParaRPr lang="en-US" sz="4527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853604" y="472515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0" y="0"/>
                </a:moveTo>
                <a:lnTo>
                  <a:pt x="2952453" y="0"/>
                </a:lnTo>
                <a:lnTo>
                  <a:pt x="2952453" y="3878931"/>
                </a:lnTo>
                <a:lnTo>
                  <a:pt x="0" y="3878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609329" y="3260610"/>
            <a:ext cx="8415386" cy="8415386"/>
          </a:xfrm>
          <a:custGeom>
            <a:avLst/>
            <a:gdLst/>
            <a:ahLst/>
            <a:cxnLst/>
            <a:rect l="l" t="t" r="r" b="b"/>
            <a:pathLst>
              <a:path w="8415386" h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0" y="-59259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2952452" y="3878931"/>
                </a:moveTo>
                <a:lnTo>
                  <a:pt x="0" y="3878931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81943" y="5876296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0" y="0"/>
                </a:moveTo>
                <a:lnTo>
                  <a:pt x="2952453" y="0"/>
                </a:lnTo>
                <a:lnTo>
                  <a:pt x="2952453" y="3878930"/>
                </a:lnTo>
                <a:lnTo>
                  <a:pt x="0" y="387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5335548" y="6408070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2952452" y="3878930"/>
                </a:moveTo>
                <a:lnTo>
                  <a:pt x="0" y="3878930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84487" y="742950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4487" y="418997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Introduction</a:t>
            </a:r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39935" y="2148366"/>
            <a:ext cx="12366350" cy="642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8" lvl="1" indent="-302264" algn="just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is a next-generation streaming platform designed to provide users with seamless, ad-free access to movies and TV shows from OTT services like Netflix and Amazon Prime.</a:t>
            </a:r>
          </a:p>
          <a:p>
            <a:pPr marL="604528" lvl="1" indent="-302264" algn="just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platform leverages cloud-native technologies, integrating React.js for a dynamic UI, Firebase for backend services, and AWS S3 for scalable hosting and deployment to ensure high availability and smooth performance.</a:t>
            </a:r>
          </a:p>
          <a:p>
            <a:pPr marL="604528" lvl="1" indent="-302264" algn="just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features real-time content updates, personalized recommendations, and robust security, including AWS IAM for secure access, AWS Shield for DDoS protection, and AWS CloudTrail for security monitoring, making it a secure, scalable, and uninterrupted entertainment hub. 🎬🚀</a:t>
            </a:r>
          </a:p>
          <a:p>
            <a:pPr algn="just">
              <a:lnSpc>
                <a:spcPts val="3920"/>
              </a:lnSpc>
            </a:pPr>
            <a:endParaRPr lang="en-US" sz="280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086558" y="6425555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239162" y="5259319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5390121" y="1822870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4542725" y="656634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23494" y="2340355"/>
            <a:ext cx="11337344" cy="597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</a:t>
            </a: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is a cloud-powered streaming platform that provides users with ad-free access to a vast collection of movies and TV shows from popular OTT services like Netflix, Amazon Prime, and more.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platform is built using React.js for a dynamic UI, Firebase for backend management, and AWS S3 for hosting and deployment, ensuring high availability, scalability, and seamless performance.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With real-time content updates, personalized recommendations, and strong security protocols (AWS Shield, AWS CloudTrail), </a:t>
            </a:r>
            <a:r>
              <a:rPr lang="en-US" sz="2799" dirty="0" err="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</a:t>
            </a: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delivers a secure, scalable, and uninterrupted streaming experience for users worldwide. 🎬🚀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84487" y="491125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Platform Overview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5668" y="2542003"/>
            <a:ext cx="12865780" cy="364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🖥️ Frontend: React.js (Dynamic UI, SPA)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⚙️ Backend: Node.js (API, business logic)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💾 Database: Firebase Realtime Database (User &amp; content management)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Authentication: Firebase Auth (Email/Google OAuth)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☁️ Hosting &amp; Deployment: AWS S3 (Scalable content delivery)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🛡️ Security:  AWS Shield (DDoS protection), AWS CloudTrail (Monitoring)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05830" y="471428"/>
            <a:ext cx="8719027" cy="140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Technology Stack</a:t>
            </a:r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343097" y="3582539"/>
            <a:ext cx="6258128" cy="6258128"/>
          </a:xfrm>
          <a:custGeom>
            <a:avLst/>
            <a:gdLst/>
            <a:ahLst/>
            <a:cxnLst/>
            <a:rect l="l" t="t" r="r" b="b"/>
            <a:pathLst>
              <a:path w="6258128" h="6258128">
                <a:moveTo>
                  <a:pt x="0" y="0"/>
                </a:moveTo>
                <a:lnTo>
                  <a:pt x="6258128" y="0"/>
                </a:lnTo>
                <a:lnTo>
                  <a:pt x="6258128" y="6258128"/>
                </a:lnTo>
                <a:lnTo>
                  <a:pt x="0" y="625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5370413" y="-445426"/>
            <a:ext cx="7128693" cy="7128693"/>
          </a:xfrm>
          <a:custGeom>
            <a:avLst/>
            <a:gdLst/>
            <a:ahLst/>
            <a:cxnLst/>
            <a:rect l="l" t="t" r="r" b="b"/>
            <a:pathLst>
              <a:path w="7128693" h="7128693">
                <a:moveTo>
                  <a:pt x="7128693" y="0"/>
                </a:moveTo>
                <a:lnTo>
                  <a:pt x="0" y="0"/>
                </a:lnTo>
                <a:lnTo>
                  <a:pt x="0" y="7128693"/>
                </a:lnTo>
                <a:lnTo>
                  <a:pt x="7128693" y="7128693"/>
                </a:lnTo>
                <a:lnTo>
                  <a:pt x="7128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5551448" y="6691720"/>
            <a:ext cx="2736552" cy="3595280"/>
          </a:xfrm>
          <a:custGeom>
            <a:avLst/>
            <a:gdLst/>
            <a:ahLst/>
            <a:cxnLst/>
            <a:rect l="l" t="t" r="r" b="b"/>
            <a:pathLst>
              <a:path w="2736552" h="3595280">
                <a:moveTo>
                  <a:pt x="2736552" y="0"/>
                </a:moveTo>
                <a:lnTo>
                  <a:pt x="0" y="0"/>
                </a:lnTo>
                <a:lnTo>
                  <a:pt x="0" y="3595280"/>
                </a:lnTo>
                <a:lnTo>
                  <a:pt x="2736552" y="3595280"/>
                </a:lnTo>
                <a:lnTo>
                  <a:pt x="273655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7329" y="2722446"/>
            <a:ext cx="12988027" cy="575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🎬 Ad-Free Streaming – Enjoy uninterrupted movies &amp; TV shows from multiple OTT platforms.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🚀 Cloud-Powered Performance – Hosted on AWS S3 for high availability &amp; scalability.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Robust Security – AWS Shield, and CloudTrail ensure secure access &amp; protection.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📡 Real-Time Updates – Dynamic content updates &amp; personalized recommendations.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🛠 User Authentication – Secure login via Firebase Auth (Email/Google OAuth).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784487" y="454503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Key Features</a:t>
            </a:r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767315" y="-135036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4786756" y="7403374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086558" y="6425555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239162" y="5259319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5390121" y="1822870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4542725" y="656634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598556" y="5096605"/>
            <a:ext cx="6126212" cy="3371255"/>
          </a:xfrm>
          <a:custGeom>
            <a:avLst/>
            <a:gdLst/>
            <a:ahLst/>
            <a:cxnLst/>
            <a:rect l="l" t="t" r="r" b="b"/>
            <a:pathLst>
              <a:path w="6126212" h="3371255">
                <a:moveTo>
                  <a:pt x="0" y="0"/>
                </a:moveTo>
                <a:lnTo>
                  <a:pt x="6126211" y="0"/>
                </a:lnTo>
                <a:lnTo>
                  <a:pt x="6126211" y="3371255"/>
                </a:lnTo>
                <a:lnTo>
                  <a:pt x="0" y="3371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98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47720" y="2406663"/>
            <a:ext cx="11613904" cy="2023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provides an intuitive navigation. It offers minimal steps to content discovery, and personalized user profiles. Easily switch between streaming services.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78613" y="418997"/>
            <a:ext cx="995211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User Experience Design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FB13BA-2BA5-C547-F19C-F8BA4F382A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0" y="5143500"/>
            <a:ext cx="6242050" cy="3510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58254" y="2301226"/>
            <a:ext cx="11402584" cy="5750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1️⃣ Frontend (React.js) – Handles UI, user interactions, and dynamic content rendering.</a:t>
            </a:r>
          </a:p>
          <a:p>
            <a:pPr algn="just">
              <a:lnSpc>
                <a:spcPts val="4060"/>
              </a:lnSpc>
            </a:pPr>
            <a:r>
              <a:rPr lang="en-US" sz="29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2️⃣ Backend (Node.js &amp; Firebase) – Manages API requests, authentication, and real-time updates.</a:t>
            </a:r>
          </a:p>
          <a:p>
            <a:pPr algn="just">
              <a:lnSpc>
                <a:spcPts val="4060"/>
              </a:lnSpc>
            </a:pPr>
            <a:r>
              <a:rPr lang="en-US" sz="29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3️⃣ Database (Firebase Realtime Database) – Stores user data, content metadata, and preferences.</a:t>
            </a:r>
          </a:p>
          <a:p>
            <a:pPr algn="just">
              <a:lnSpc>
                <a:spcPts val="4060"/>
              </a:lnSpc>
            </a:pPr>
            <a:r>
              <a:rPr lang="en-US" sz="29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4️⃣ Hosting &amp; Deployment (AWS S3) – Ensures scalable and efficient content delivery.</a:t>
            </a:r>
          </a:p>
          <a:p>
            <a:pPr algn="just">
              <a:lnSpc>
                <a:spcPts val="4060"/>
              </a:lnSpc>
            </a:pPr>
            <a:r>
              <a:rPr lang="en-US" sz="2900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5️⃣ Security Layer –AWS Shield (DDoS protection), and AWS CloudTrail (Activity monitoring).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endParaRPr lang="en-US" sz="2900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84487" y="374510"/>
            <a:ext cx="9923441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Technical Architecture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915031" y="2911501"/>
            <a:ext cx="12045808" cy="4419464"/>
          </a:xfrm>
          <a:custGeom>
            <a:avLst/>
            <a:gdLst/>
            <a:ahLst/>
            <a:cxnLst/>
            <a:rect l="l" t="t" r="r" b="b"/>
            <a:pathLst>
              <a:path w="12045808" h="4419464">
                <a:moveTo>
                  <a:pt x="0" y="0"/>
                </a:moveTo>
                <a:lnTo>
                  <a:pt x="12045807" y="0"/>
                </a:lnTo>
                <a:lnTo>
                  <a:pt x="12045807" y="4419465"/>
                </a:lnTo>
                <a:lnTo>
                  <a:pt x="0" y="44194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327" b="-433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84487" y="374510"/>
            <a:ext cx="9923441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767315" y="-135036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7476" y="2349652"/>
            <a:ext cx="12213761" cy="559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Secure Access Control (AWS IAM) – Role-based permissions ensure least-privilege access.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🛡 DDoS Protection (AWS Shield Standard) – Protects against malicious traffic and attacks.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📊 Monitoring &amp; Compliance (AWS CloudTrail &amp; Security Hub) – Tracks user activity, API calls, and security threats.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🔑 Encrypted Authentication (Firebase Auth) – Secure login with Email/Google OAuth.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🔒 Data Protection (HTTPS &amp; Firebase Security Rules) – Ensures encrypted communication and access control.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53603" y="454503"/>
            <a:ext cx="10439618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Security Considerations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4786756" y="7403374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086558" y="6425555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239162" y="5259319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5390121" y="1822870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4542725" y="656634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47720" y="2406663"/>
            <a:ext cx="11613904" cy="559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🚀 Expand Content Library – Integrate more OTT platforms for a wider selection of movies &amp; shows.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📱 Mobile App Development – Launch Android &amp; iOS apps for seamless streaming on the go.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🤖 AI-Powered Recommendations – Enhance personalization using machine learning algorithms.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🌎 Global CDN Integration – Improve streaming speed &amp; reduce latency worldwide.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Enhanced Security – Implement zero-trust security model for better data protection.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78613" y="418997"/>
            <a:ext cx="995211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Future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767315" y="-135036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94105" y="2407005"/>
            <a:ext cx="12299790" cy="457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is a cloud-powered streaming platform designed to offer a seamless, ad-free entertainment experience. By leveraging React.js, Firebase, and AWS services, it ensures scalability, security, and high performance. With real-time content updates, personalized recommendations, and robust security measures, MoviesHuB stands as a reliable and future-ready entertainment hub. As the platform evolves, enhancements like AI-driven recommendations and mobile app development will further elevate the user experience.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84487" y="454503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Conclusion 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4786756" y="7403374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76399" y="2173146"/>
            <a:ext cx="5249238" cy="6896447"/>
          </a:xfrm>
          <a:custGeom>
            <a:avLst/>
            <a:gdLst/>
            <a:ahLst/>
            <a:cxnLst/>
            <a:rect l="l" t="t" r="r" b="b"/>
            <a:pathLst>
              <a:path w="5249238" h="6896447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-286818" y="1217407"/>
            <a:ext cx="5208407" cy="6842803"/>
          </a:xfrm>
          <a:custGeom>
            <a:avLst/>
            <a:gdLst/>
            <a:ahLst/>
            <a:cxnLst/>
            <a:rect l="l" t="t" r="r" b="b"/>
            <a:pathLst>
              <a:path w="5208407" h="6842803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1589" y="3557484"/>
            <a:ext cx="13366411" cy="3043429"/>
          </a:xfrm>
          <a:custGeom>
            <a:avLst/>
            <a:gdLst/>
            <a:ahLst/>
            <a:cxnLst/>
            <a:rect l="l" t="t" r="r" b="b"/>
            <a:pathLst>
              <a:path w="13366411" h="3043429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80228" y="-659099"/>
            <a:ext cx="11605199" cy="11605199"/>
          </a:xfrm>
          <a:custGeom>
            <a:avLst/>
            <a:gdLst/>
            <a:ahLst/>
            <a:cxnLst/>
            <a:rect l="l" t="t" r="r" b="b"/>
            <a:pathLst>
              <a:path w="11605199" h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15970" y="4223324"/>
            <a:ext cx="7464258" cy="182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750</Words>
  <Application>Microsoft Office PowerPoint</Application>
  <PresentationFormat>Custom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Fira Sans</vt:lpstr>
      <vt:lpstr>Arial</vt:lpstr>
      <vt:lpstr>Alegreya Sans SC</vt:lpstr>
      <vt:lpstr>Calibri</vt:lpstr>
      <vt:lpstr>Alegreya Sans SC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ADVAIT JADHAV</dc:creator>
  <cp:lastModifiedBy>ADVAIT JADHAV</cp:lastModifiedBy>
  <cp:revision>4</cp:revision>
  <dcterms:created xsi:type="dcterms:W3CDTF">2006-08-16T00:00:00Z</dcterms:created>
  <dcterms:modified xsi:type="dcterms:W3CDTF">2025-04-04T08:21:49Z</dcterms:modified>
  <dc:identifier>DAGjmlVoe5U</dc:identifier>
</cp:coreProperties>
</file>